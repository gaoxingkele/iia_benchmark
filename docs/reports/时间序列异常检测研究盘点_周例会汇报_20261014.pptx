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YaHei"/>
              </a:rPr>
              <a:t>时间序列异常检测研究盘点</a:t>
            </a:r>
          </a:p>
          <a:p>
            <a:r>
              <a:rPr sz="2400">
                <a:solidFill>
                  <a:srgbClr val="DEEBF7"/>
                </a:solidFill>
                <a:latin typeface="Microsoft YaHei"/>
              </a:rPr>
              <a:t>—— 方法、数据集与实验进展（周例会汇报）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>IIA_benchmark 仓库 · 2026-10-14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一、研究全景：三条研究线与方法总览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二、单变量异常检测方法（6 个，逐页介绍）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三、多变量工业报警方法（7 个，逐页介绍）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四、MTSAD 深度复现族（8 组，逐页介绍）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五、报警洪泛与生成式检测（4 组）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六、数据集档案（14 个，逐页介绍）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七、实验结果与图表分析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八、问题风险与下周计划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研究全景：三条研究线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线 1 · 工业报警主线（书籍 20 算法 + 10 个 SOTA）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单通道变量→二值报警（T1）、多变量报警（T2）、报警洪泛分类（T3）、根因分析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测试床：TEP / PRONTO / SKAB + 报警序列数据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线 2 · MTSAD 深度复现（2026-09 起）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统一 Detector 接口转录官方实现；SMD/MSL/SMAP/PSM/SWaT 五基准 SHA-256 固定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自建 E1–E4 / P2–P3 证据分级，复现结论可审计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线 3 · flow_matching 生成式检测子项目（进行中）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流匹配目标变体 + GRASP / CFM-TS / MOMENT 零样本等，严格无 PA 协议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关键纪律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合成 smoke 结果只验证管线，不进排行榜；负结果保留；协议差异如实报告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方法总览（30 个正式注册算法）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单变量（6）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阈值基线 / IID delay timer / Non-IID delay / Non-IID deadband / APP / 自适应 ECDF 套件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多变量工业报警（7）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Mahalanobis MSPC / 凸包 NOZ / 搜索锥 NOZ / 变化方向 / 贝叶斯时变回归 / 自适应多变量 / 因果根因族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MTSAD 深度复现（8 组）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TimesNet / Anomaly Transformer / DCdetector / USAD / TranAD / GCAD / iTransformer·CATCH / 经典基线组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报警洪泛 + 生成式（4 组）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CASIM / ConE-AFC / HDAM·CTFH 族 / flow_matching 变体族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证据等级现状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仅 1 个 E4（Xu 2012）、0 个 P3；多数 E2/P2 —— '可调用+单测过' ≠ 论文复现</a:t>
            </a:r>
          </a:p>
        </p:txBody>
      </p:sp>
      <p:pic>
        <p:nvPicPr>
          <p:cNvPr id="5" name="Picture 4" descr="mtsad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4937760" cy="2997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DC3E6"/>
                </a:solidFill>
                <a:latin typeface="Microsoft YaHei"/>
              </a:rPr>
              <a:t>02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单变量异常检测方法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>书 Chapter 2 系列 + 本仓库自适应适配层（B0–B7 消融）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阈值 + on-delay + deadband 基线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单变量报警 · 基础基线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工业报警系统标准做法（教科书式基线）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固定阈值触发，on/off delay 防抖，deadband 防抖动回切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实现为显式状态机，参数少、可解释、部署成本最低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是所有自适应/SOTA 方法的对照锚点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src/iia_benchmark/models/univariate.py · ThresholdDelayDeadband / design_alarm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SKAB 上 F1 仅 0.1448 —— 暴露固定阈值在非平稳工况下的局限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任何新方法的必跑基线；也用于 FAR/MAR/AAD 联合搜索设计（书 Chapter 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IID on/off delay timer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单变量报警 · 书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Xu et al., 2012, IEEE TASE（DOI 10.1109/TASE.2011.2176490）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把报警序列建模为马尔可夫链，推导 FAR/MAR/AAD 闭式解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给定性能指标约束可直接解析设计 on/off delay 参数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假设样本 IID，是 delay timer 理论的奠基工作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src/iia_benchmark/models/univariate_book.py · AlarmOnOffDelay / design_iid_delay_timer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TEP 三种子：F1 0.8678 / FAR 0.0067 / MAR 0.1840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P0 论文级验证达 E4：Table VII 最大数值误差 5.94e-05（全仓库唯一 E4）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单变量报警参数设计的理论基准；论文复现的标杆案例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E4 复现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Non-IID delay timer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单变量报警 · 书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Wang et al., 2022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放弃 IID 假设，用持续时间概率质量函数（PMF）刻画相关结构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Pettitt 变点分段 + 贝叶斯区间估计，适应非平稳过程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对自相关工业过程的 FAR/MAR 估计更诚实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src/iia_benchmark/models/univariate_book.py · design_non_iid_delay_timer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书表迁移复现完成（E2/P2 证据级）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自相关强的过程变量（温度、液位缓变通道）的 delay 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Non-IID deadband 设计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单变量报警 · 书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Wang et al., 2023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以最大幅值偏差为准则设计 deadband 宽度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Beta 后验更新，把历史报警质量反馈进宽度调整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与 delay timer 正交，可联合使用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src/iia_benchmark/models/univariate_book.py · deadband_index / design_deadband_width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书表迁移复现完成（E2/P2 证据级）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报警抖动严重（chattering）通道的 deadband 定量设计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Alarm Probability Plot (APP)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单变量报警 · 书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Yu et al., 2017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把'报警概率'作为连续量可视化，替代硬阈值二值化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支持多工况下阈值设计的图形化权衡分析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为操作员提供可解释的报警质量图谱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src/iia_benchmark/models/univariate_book.py · build_alarm_probability_plot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书图复现完成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阈值/性能权衡的展示与沟通工具，适合配合设计类方法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自适应单变量套件（B0–B7 消融）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单变量报警 · 本仓库适配层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本仓库原创适配（面向分布漂移与工况切换）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ECDF 归一化报警：经验分布自适应阈值，免人工调参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Page-Hinkley 变点检测：在线识别分布漂移并触发重校准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block 校准 + 工况条件 ECDF + 安全滚动 ECDF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自动路由 + 显式拒绝（OOD 时拒绝预测，输出不确定标记）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src/iia_benchmark/models/adaptive_univariate.py（EmpiricalCDFAlarm / PageHinkleyChangeAlarm / AdaptiveUnivariateAlarmRouter）；管线 adaptation/univariate_pipeline.py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TEP 双侧 ECDF：F1 0.9502（基线 0.8678 → +0.082）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SKAB：B0 基线 0.1448 → B4 0.4124（但 FAR 仍 55 次/小时，负结果保留）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分布漂移、工况切换场景下的单变量检测主力；消融链完整，适合写论文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本周亮点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DC3E6"/>
                </a:solidFill>
                <a:latin typeface="Microsoft YaHei"/>
              </a:rPr>
              <a:t>03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多变量工业报警方法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>书 Chapter 3–4：正常运行区 / 方向规则 / 时变回归 / 因果根因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Mahalanobis MSPC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多变量报警 · 经典基线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多元统计过程控制（MSPC）经典方法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用正常工况协方差构造 Mahalanobis 距离作为异常分数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假设线性高斯，计算高效、理论完备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是多变量报警的默认对照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src/iia_benchmark/models/multivariate.py · MahalanobisAlarm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TEP F1 0.8921 —— 目前多变量报警主线最强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PRONTO/SKAB 上明显偏弱（负结果保留）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多变量基线首选；线性相关性强的过程变量效果最佳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最强基线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凸包正常运行区（Convex NOZ）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多变量报警 · 书 3.1.2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Yu et al., 2020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用正常运行区的凸包界定安全域，包外即报警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几何直观、无需分布假设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凸假设在非凸工况下偏保守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src/iia_benchmark/models/multivariate.py · ConvexHullNOZAlarm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TEP F1 0.7210（低于 Mahalanobis 0.8921）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正常运行区边界清晰、样本覆盖充分的过程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搜索锥 NOZ（非凸）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多变量报警 · 书 3.1.3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Wang et al., 2024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以搜索锥刻画非凸正常运行区，突破凸包保守性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对多工况簇状分布的边界刻画更贴合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实现含几何搜索，计算量高于凸包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src/iia_benchmark/models/multivariate.py · SearchConeNOZAlarm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TEP F1 0.6385（迁移成绩低于凸包，负结果保留）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正常区明显非凸（多工况分离）的过程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变化方向报警（ATG + 规则矩阵）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多变量报警 · 书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Chen et al., 2017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提取变量变化方向（升/降/不变）构成方向签名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规则矩阵匹配故障模式，天然带根因指向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对缓慢漂移型故障敏感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src/iia_benchmark/models/multivariate_book.py · VariationDirectionAlarm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书表迁移完成（E2 级）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需要报警同时给出'哪个变量往哪变'的解释场景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贝叶斯时变回归（泵类设备）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多变量报警 · 书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Xiong et al., 2018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滑动窗口贝叶斯回归刻画变量间时变关系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残差偏离即异常，系数轨迹可解释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适合泵、压缩机等旋转设备监测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src/iia_benchmark/models/multivariate_book.py · BayesianWindowRegressionAlarm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书例迁移完成（E2 级）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变量间有明确物理回归关系的设备级监测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自适应多变量套件（M0–M3）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多变量报警 · 本仓库适配层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本仓库原创适配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稳健收缩 Mahalanobis：小样本/病态协方差下更稳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block 校准 + 自动路由 + 显式拒绝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与单变量套件同构的消融链设计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src/iia_benchmark/models/adaptive_multivariate.py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TEP/PRONTO/SKAB 迁移已跑通，PRONTO 上整体偏弱（负结果保留）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多变量方向的自适应扩展基座，后续消融与论文实验平台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因果 / 根因分析族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多变量 · 书 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TE ranker、NTE/NDTE、IGTE/IGDTE、递归 BN、PLR 贡献度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传递熵（TE）及其归一化/动态变体做因果排序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递归贝叶斯网络做故障传播路径推断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PLR 贡献度定位异常变量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src/iia_benchmark/models/root_cause.py / root_cause_book.py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iMAKS 合成因果真值上完成 smoke 验证（合成结果不进榜单）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报警之后归因：从'检测到异常'走向'解释异常来源'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DC3E6"/>
                </a:solidFill>
                <a:latin typeface="Microsoft YaHei"/>
              </a:rPr>
              <a:t>04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MTSAD 深度复现族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>统一 Detector 接口 · 官方实现逐篇转录 · 五基准复现审计（124 runs / 32 对比对）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TimesNet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深度复现 · ICLR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Wu et al., 2023（官方实现逐篇转录，带 # Grounding 溯源标签）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把一维时序折叠到二维（TimesBlock），捕获多周期结构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重建误差作为异常分数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通用时序骨干，异常检测是其任务头之一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src/iia_benchmark/models/mtsad_detectors.py（统一 Detector 接口）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5/5 数据集复现与论文差 ≤ 0.03：SMD 0.8542 vs 0.8512；SWaT 0.9293 vs 0.9210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目前复现质量最好的深度方法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MTSAD 研究的可靠骨干；新方法的强基线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复现最佳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Anomaly Transformer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深度复现 · ICLR 2022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Xu et al., 2022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Anomaly-Attention：关联差异（association discrepancy）建模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极小极大对抗训练放大异常的可区分性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逐点异常分数 + 可学习阈值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src/iia_benchmark/models/mtsad_detectors.py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SMD 0.9034 vs 第三方重跑 0.9033（Δ 0.0001），PSM matches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MSL / SWaT off（0.8557 vs 0.9393）——协议差异待归因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注意力类异常检测的代表；部分数据集可放心引用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C5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部分吻合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DCdetector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深度复现 · KDD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Yang et al., 2023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双注意力对比结构，无监督对比正常/异常表示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不依赖重建，直接学习判别性表示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src/iia_benchmark/models/mtsad_detectors.py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4/5 数据集 near：SWaT 0.9518 vs 0.9633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MSL 缺口经 4 种子 + 200 分位阈值扫描排除随机性，oracle 上限 0.8646 &lt; 0.9359，记录为开放差异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对比学习路线代表；MSL 结果引用需谨慎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C5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4/5 接近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USAD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深度复现 · KDD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Audibert et al., 2020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双解码器自编码器 + 对抗式重建训练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训练快、推理轻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src/iia_benchmark/models/mtsad_detectors.py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复现失败（off）——载荷与实现差异排查中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暂缓作为基线引用，待复现闭环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复现失败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TranAD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深度复现 · VLDB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Tuli et al., 2022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Transformer + 对抗训练 + 自条件化（self-conditioning）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论文报告了 NAB/UCR/MBA 单变量扩展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src/iia_benchmark/models/mtsad_detectors.py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复现失败（off）；SWaT 基准载荷与论文表差 1,800 行，随结果如实报告、不静默裁剪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暂缓引用；其单变量扩展数据集已在库（NAB/UCR/MBA）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复现失败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GCAD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深度复现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图神经 + 因果异常检测路线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变量建图 + 因果结构约束的异常评分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scripts/mtsad/ 侧评估管线（AUROC/AUPRC）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AUROC 0.39–0.70 vs 论文 0.73–0.95，差距大，verdict withheld（暂不下结论）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暂缓引用；差距大到疑似协议/载荷问题，优先排查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存疑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iTransformer / CATCH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深度复现 · 已转录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iTransformer（ICLR 2024）；CATCH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iTransformer：倒置注意力（变量为 token）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CATCH：通道感知的频域/ patch 建模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两者均按官方实现逐篇转录并接入统一接口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src/iia_benchmark/models/mtsad_detectors.py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转录完成，系统性五基准复现排期中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下一代骨干候选，等待复现审计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待审计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经典检测器族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MTSAD · 经典基线组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PCA / kNN / Isolation Forest / OCSVM / Mahalanobis（逐点打分）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逐点打分、无训练或轻训练，作为深度方法的对照组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统一 Detector 接口，与深度方法共用评估协议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src/iia_benchmark/models/mtsad_detectors.py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OCSVM-MSL matches（0.7015 vs 0.7082），其余多为 off —— 经典方法弱于深度方法的论文结论在本仓库得到支持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低成本基线组；协议验证的试金石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DC3E6"/>
                </a:solidFill>
                <a:latin typeface="Microsoft YaHei"/>
              </a:rPr>
              <a:t>05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报警洪泛与生成式检测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>报警序列分类 SOTA + flow_matching 生成式子项目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CASIM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报警洪泛分类 · SOTA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报警序列相似性 + 模式挖掘路线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把报警洪泛片段编码为序列模式做开集分类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对已知故障类区分度极高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configs/algorithms/sota_algorithms.json 注册；实现见 src/iia_benchmark 报警族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BA：TEP 1.0000 / NPP 0.8182 / FCC 0.9922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700/700 open-set fit 完成，但阈值/均值有差（P2 级）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报警洪泛分类当前最强；TEP/FCC 上接近满分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当前最强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ConE-AFC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报警洪泛分类 · SOTA + conformal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作者工件级复现对象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对比嵌入 + 报警洪泛分类头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独立 conformal 层给出分布外校准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tests/test_cone_afc.py / test_cross_conformal_afc.py 对应实现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250/250 作者任务通过；95/95 表均值在 0.02 内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独立 conformal 层 1,800/1,800 完全一致（仍非 P3 级）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复现纪律的标杆案例；conformal 不确定度可迁移到其他方法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复现标杆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HDAM / CTFH / TF-IDF-LSTM 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报警洪泛分类 · SOTA 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sota_algorithms.json 注册 10 个方法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HDAM：层次化深度报警建模；CTFH：跨域迁移哈希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conformal 系列：分布外校准包装器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configs/algorithms/sota_algorithms.json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HDAM BA：TEP 0.9967 / NPP 0.6932 / FCC 0.9375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PRONTO 表示错配导致 CTFH / HDAM 坍缩（BA 0.25 / 0.10），负结果保留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多种复杂方法未稳定超越 Jaccard 基线（0.9667 / 0.6932 / 0.9115）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论文对比组；PRONTO 迁移失败案例适合写'表示错配'分析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C5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含负结果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flow_matching 生成式异常检测族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生成式 MTSAD · 子项目（进行中）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出处 / 定位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projects/flow_matching_research/ 独立子项目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方法原理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流匹配目标变体：independent / OT / rectified / SB / SF2M / VP / reflow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GRASP、CFM-TS、MOMENT 预训练零样本、MaelNet、CrossAD、TimeGAN/GT-GAN、BRITS/SAITS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严格无 point-adjustment 协议：验证集 99 分位定阈值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实现位置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src/iia_benchmark/models/fm_*.py；结果 projects/flow_matching_research/results/2026-10-11/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实验表现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严格协议下 F1 百分数仅 3–41（rectified：SMD 41.07 / SWaT 28.96 / PSM 3.23）；MOMENT 零样本 2.6–42.6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7,117 条登记指标中 5,341 条缺结果，730 个严格组合仅 210 个完成 —— 现阶段不宜引用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适用场景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探索性研究方向；与 PA 协议分数不可直接比较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1051560"/>
            <a:ext cx="2011680" cy="411480"/>
          </a:xfrm>
          <a:prstGeom prst="rect">
            <a:avLst/>
          </a:prstGeom>
          <a:solidFill>
            <a:srgbClr val="C5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0881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进行中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DC3E6"/>
                </a:solidFill>
                <a:latin typeface="Microsoft YaHei"/>
              </a:rPr>
              <a:t>06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数据集档案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>14 个数据集：多变量 MTSAD 五基准 / 工业过程 / 单变量族 / 报警序列 / 待申请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数据集全景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多变量 · 逐点标签（核心基准）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SMD / MSL / SMAP / PSM / SWaT —— 已下载，逐文件 SHA-256 固定（TSLib 镜像）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工业过程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TEP（52 变量 44 run）/ PRONTO（1.72 GB，CRC 通过）/ SKAB（原生逐点标签）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单变量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NAB / UCR Archive 2021（184 MB）/ MBA 心律 / GECCO 2018 / SWAN-SF（6.5 GB）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报警序列（洪泛分类）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TEP 50 位×1,000 run / NPP 192 位×1,212 run / FCC 57 位×1,600 run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受限与合成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iMAKS（合成因果，仅 smoke）；WADI / MSDS 未下载（待申请）</a:t>
            </a:r>
          </a:p>
        </p:txBody>
      </p:sp>
      <p:pic>
        <p:nvPicPr>
          <p:cNvPr id="5" name="Picture 4" descr="datase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120640" cy="280809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SMD（Server Machine Dataset）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类型：多变量（38 维）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规模：708,405 样本点；28 台机器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标签：逐点异常标签，异常率 4.16%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获取状态：已下载并逐文件 SHA-256 固定（TSLib 镜像）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服务器集群监控指标（CPU、内存、网络等）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MTSAD 论文标配基准，训练/测试划分沿用 TSLib 约定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本仓库复现锚点：TimesNet 0.8542、AT 0.9034（均 matches）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MSL（Mars Science Laboratory）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类型：多变量（55 维）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规模：58,317 样本点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标签：逐点异常标签，异常率约 10.5%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获取状态：已下载并逐文件 SHA-256 固定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NASA 火星好奇号 rover 遥测数据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维度最高、通道间相关性复杂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复现难点数据集：AT/DCdetector 在 MSL 上均为 off，DCdetector 缺口记录为开放差异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SMAP（Soil Moisture Active Passive）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类型：多变量（25 维）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规模：135,183 样本点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标签：逐点异常标签，异常率约 12.8%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获取状态：已下载并逐文件 SHA-256 固定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NASA 卫星遥测数据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与 MSL 同属航天器遥测族，常联合报告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PSM（Pooled Server Metrics）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类型：多变量（25 维）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规模：132,481 样本点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标签：逐点异常标签，异常率 27.76%（最高）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获取状态：已下载并逐文件 SHA-256 固定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eBay 服务器池监控（TranAD 论文提出）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异常率接近 28%，对阈值策略和训练污染鲁棒性是考验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严格协议（无 PA）下生成式方法在 PSM 上仅 3.23 —— 高异常率放大了协议差异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SWaT（Secure Water Treatment）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类型：多变量（51 维）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规模：495,000 样本点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标签：逐点异常标签，异常率约 12.2%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获取状态：已下载并逐文件 SHA-256 固定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新加坡水处理厂工控安全测试床，攻击注入型异常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工业控制安全领域旗舰基准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复现锚点：TimesNet 0.9293 vs 论文 0.9210（matches）；载荷与 TranAD 论文表差 1,800 行，如实报告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TEP（Tennessee Eastman Process）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类型：多变量（52 过程变量）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规模：44 run（2 正常 + 42 故障）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标签：故障起点已登记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获取状态：已下载（Git 镜像）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化工过程仿真标杆，21 类预定义故障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本仓库工业报警主线的核心测试床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成绩锚点：单变量自适应 ECDF F1 0.9502；多变量 Mahalanobis 0.8921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使用备注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衍生 tep_alarm_dataport 报警序列：50 报警位 × 1,000 run × 5 类，用于洪泛分类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PRONTO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类型：多变量（17 过程变量 + 报警列）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规模：3 个测试日，45,420 样本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标签：故障阶段标签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获取状态：已下载（1.72 GB，CRC 校验通过）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工业报警研究专用基准（含过程变量与报警日志双通道）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报警洪泛与根因分析的标准测试床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使用备注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洪泛方法迁移到此数据出现表示错配坍缩（CTFH BA 0.25 / HDAM 0.10），负结果保留——本身就是有价值的研究现象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SKAB（Skoltech Anomaly Benchmark）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类型：多变量（8 传感器）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规模：35 组实验 CSV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标签：原生逐点异常标签（本仓库不做 point adjustment）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水泵试验台：阀开度、转速可控注入异常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小而精，适合快速迭代与方法学实验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使用备注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基线 F1 仅 0.1448，自适应 B4 升至 0.4124 但 FAR 仍 55 次/小时 —— 低信噪比场景的负结果同样保留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NAB（Numenta Anomaly Benchmark）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类型：单变量序列族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规模：7 组序列（本仓库镜像子集）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标签：有标签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获取状态：已下载（TranAD 仓库镜像）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真实流式单变量时序（AWS 指标、交通、温度等）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自带 NAB 评分体系（早期检出奖励）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单变量方向的公开可比基准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UCR Archive 2021（+ MBA 心律）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类型：单变量为主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规模：UCR 整包 zip 184 MB；MBA 心律序列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标签：有标签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获取状态：已下载，校验通过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UCR 时序档案是单变量分类/异常检测最大公开语料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MBA 心律为 TranAD 单变量扩展数据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下周计划：在 UCR/NAB 上建立自适应 ECDF 套件基线表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GECCO 2018 / SWAN-SF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类型：GECCO 多变量水质；SWAN 多变量太阳物理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规模：SWAN-SF 约 6.5 GB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标签：有标签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获取状态：已下载，校验通过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GECCO 2018：饮用水水质事件检测挑战赛数据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SWAN-SF：太阳活动多变量流式基准（24 通道磁图特征）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用于 flow_matching / CrossAD 等子项目扩展评估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报警序列数据集（TEP / NPP / FCC）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类型：二值报警位序列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规模：TEP 50 位×1,000 run×5 类；NPP 192 位×1,212 run；FCC 57 位×1,600 run×16 类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标签：故障/事故类别标签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获取状态：已取得并审计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报警洪泛分类任务的标准输入（事件序列而非连续时序）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CASIM 在 TEP/FCC 上 BA ≈ 1.0 / 0.99，NPP 0.82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使用备注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FCC 旧固定切分曾含重复轨迹泄漏，重做后 alignment BA 从 0.8875 降至 0.7736 —— 切分审计教训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iMAKS（合成因果）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类型：多变量（22 传感器）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规模：211,200 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标签：合成因果真值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获取状态：已下载（登记为合成数据）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带显式因果图真值的合成过程数据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仅用于因果/根因方法的 smoke 验证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按纪律不得进入真实工业榜单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WADI / MSDS</a:t>
            </a:r>
          </a:p>
          <a:p>
            <a:r>
              <a:rPr sz="1300">
                <a:solidFill>
                  <a:srgbClr val="DEEBF7"/>
                </a:solidFill>
                <a:latin typeface="Microsoft YaHei"/>
              </a:rPr>
              <a:t>数据集档案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类型：多变量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规模：—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标签：仅登记元数据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获取状态：未下载（需申请）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内容说明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WADI：水分配网络工控安全测试床（SWaT 姊妹集）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MSDS：工业监控系统数据集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下周启动数据申请流程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1051560"/>
            <a:ext cx="1645920" cy="411480"/>
          </a:xfrm>
          <a:prstGeom prst="rect">
            <a:avLst/>
          </a:prstGeom>
          <a:solidFill>
            <a:srgbClr val="C5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0881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待申请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DC3E6"/>
                </a:solidFill>
                <a:latin typeface="Microsoft YaHei"/>
              </a:rPr>
              <a:t>07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实验结果与图表分析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>所有数值可溯源至 ara_mtsad/evidence 与 docs/reports 审计表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MTSAD 复现总账：5 matches / 9 near / 18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结论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TimesNet 是复现质量最好的深度方法（5/5 数据集 Δ≤0.03）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Anomaly Transformer / DCdetector 部分数据集吻合；TranAD / USAD / GCAD 复现失败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经典基线组整体弱于深度方法，支持论文结论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方法学发现（重要）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同一预测下 point-wise 与 point-adjusted F1 差 2.8–116 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affiliation 与 PA 两族指标差达 0.53 —— 跨论文比较前必须对齐指标族、阈值规则、载荷版本</a:t>
            </a:r>
          </a:p>
        </p:txBody>
      </p:sp>
      <p:pic>
        <p:nvPicPr>
          <p:cNvPr id="5" name="Picture 4" descr="mtsad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4754880" cy="288689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TimesNet 复现：5/5 数据集吻合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数值（复现 vs 论文，point-adjusted F1）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SMD 0.8542 vs 0.8512（Δ 0.003）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SWaT 0.9293 vs 0.9210（判 matches）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其余三数据集 Δ 均 ≤ 0.03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意义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TimesNet 可作为本仓库 MTSAD 研究的可靠骨干与强基线</a:t>
            </a:r>
          </a:p>
        </p:txBody>
      </p:sp>
      <p:pic>
        <p:nvPicPr>
          <p:cNvPr id="5" name="Picture 4" descr="timesnet_re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394960" cy="295852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AT / DCdetector：部分吻合与开放差异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Anomaly Transformer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SMD 0.9034 vs 第三方重跑 0.9033（Δ 0.0001）；PSM matches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MSL / SWaT off（0.8557 vs 0.9393）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DCdetector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4/5 near：SWaT 0.9518 vs 0.9633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MSL：4 种子 + 200 分位阈值扫描后 oracle 上限 0.8646 &lt; 0.9359，记为开放差异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复现失败组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TranAD / USAD off；GCAD AUROC 0.39–0.70 vs 论文 0.73–0.95（verdict withheld）</a:t>
            </a:r>
          </a:p>
        </p:txBody>
      </p:sp>
      <p:pic>
        <p:nvPicPr>
          <p:cNvPr id="5" name="Picture 4" descr="at_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6035040" cy="224559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工业报警主线：TEP 成绩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单变量（三种子均值）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IID delay：F1 0.8678 / FAR 0.0067 / MAR 0.1840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自适应双侧 ECDF：F1 0.9502（+0.082）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多变量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Mahalanobis 0.8921 &gt; 凸包 NOZ 0.7210 &gt; 搜索锥 0.6385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迁移负结果（保留）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SKAB 基线 0.1448（B4 升至 0.4124 但 FAR 55 次/小时）；PRONTO/SKAB 多变量全面偏弱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论文级验证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Microsoft YaHei"/>
              </a:rPr>
              <a:t>• Xu 2012 达 E4：Table VII 最大误差 5.94e-05；ConE-AFC conformal 层 1,800/1,800 一致</a:t>
            </a:r>
          </a:p>
        </p:txBody>
      </p:sp>
      <p:pic>
        <p:nvPicPr>
          <p:cNvPr id="5" name="Picture 4" descr="tep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394960" cy="28660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报警洪泛分类：复杂方法未稳定超基线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Balanced Accuracy（TEP / NPP / FCC）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CASIM 1.0000 / 0.8182 / 0.9922 —— 当前最强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HDAM 0.9967 / 0.6932 / 0.9375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500B"/>
                </a:solidFill>
                <a:latin typeface="Microsoft YaHei"/>
              </a:rPr>
              <a:t>• Jaccard 基线 0.9667 / 0.6932 / 0.9115 —— 多种复杂方法未能超越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负结果与教训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PRONTO 表示错配：CTFH / HDAM 坍缩至 BA 0.25 / 0.10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FCC 旧切分含重复轨迹泄漏：重做后 alignment BA 0.8875 → 0.7736（切分审计的必要性实证）</a:t>
            </a:r>
          </a:p>
        </p:txBody>
      </p:sp>
      <p:pic>
        <p:nvPicPr>
          <p:cNvPr id="5" name="Picture 4" descr="flood_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394960" cy="28660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flow_matching 子项目：进行中，不宜引用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进展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7,117 条登记指标，1,776 条有实测，5,341 条缺结果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730 个严格异常检测组合仅 210 个完成预定重复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已有信号（严格无 PA 协议，验证集 99 分位阈值）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流匹配变体 F1 百分数 3–41：rectified SMD 41.07 / SWaT 28.96 / PSM 3.23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MOMENT 零样本 2.6–42.6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引用纪律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B03030"/>
                </a:solidFill>
                <a:latin typeface="Microsoft YaHei"/>
              </a:rPr>
              <a:t>• 严格协议分数与论文 PA 分数不可直接比较；现阶段不对外引用</a:t>
            </a:r>
          </a:p>
        </p:txBody>
      </p:sp>
      <p:pic>
        <p:nvPicPr>
          <p:cNvPr id="5" name="Picture 4" descr="fm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44805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DC3E6"/>
                </a:solidFill>
                <a:latin typeface="Microsoft YaHei"/>
              </a:rPr>
              <a:t>08</a:t>
            </a:r>
          </a:p>
          <a:p>
            <a:r>
              <a:rPr sz="3600" b="1">
                <a:solidFill>
                  <a:srgbClr val="FFFFFF"/>
                </a:solidFill>
                <a:latin typeface="Microsoft YaHei"/>
              </a:rPr>
              <a:t>问题、风险与下周计划</a:t>
            </a:r>
          </a:p>
          <a:p>
            <a:r>
              <a:rPr sz="1600">
                <a:solidFill>
                  <a:srgbClr val="DEEBF7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问题与风险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1 · 排行榜为空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leaderboard-eligible split 数量 = 0；目前只有复现审计表，无对外榜单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2 · 证据等级偏低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30 个正式算法仅 1 个 E4、0 个 P3；多数停留在 E2/P2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3 · 复现失败未闭环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TranAD / USAD / GCAD 无法复现；DCdetector-MSL 缺口为开放差异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4 · 协议敏感性强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point adjustment 可放大 F1 达 116 倍；结果表述必须绑定协议说明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5 · 合成结果纪律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• synthetic smoke 高分（如 F1 0.9950）只验证管线，严禁当作 benchmark 性能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下周计划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1. 排查 TranAD / USAD / GCAD 复现失败原因（载荷 vs 实现）；DCdetector-MSL 归因实验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2. 补齐 leaderboard-eligible split：分组切分 + 冻结超参 + 数据审计 + 多种子不确定性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3. flow_matching：优先完成 730 个严格组合中已预定重复（当前 210/730）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4. 单变量方向：自适应 ECDF 套件在 UCR / NAB 上建立基线表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5. 启动 WADI / MSDS 数据申请流程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9DC3E6"/>
                </a:solidFill>
                <a:latin typeface="Microsoft YaHei"/>
              </a:rPr>
              <a:t>一句话总结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MTSAD 五基准 + TimesNet / AT / DCdetector 复现管线是当前最可靠的研究起点；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单变量方向有自适应 ECDF 套件 + UCR/NAB 数据可直接开工；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flow_matching 子项目尚需时间，现阶段不引用其结果。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